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9F24-C30C-D661-62C2-3770A7080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B5084-EBA9-08DC-2521-5253CA163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DE235-700F-AA2E-10A3-C747F866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B9523-697D-4010-E7E2-7B1F9CB1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2E376-6293-27F8-AACB-E408C725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854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208D-C742-B909-0C8D-4041E372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905D-4D45-31CF-253B-DF115602B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98F91-6132-F91F-EB5B-1F50C9B3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59105-93BB-AFAE-5B91-3631E48D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74A97-2383-A5EB-F411-F551AA65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219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B9A3-889A-E803-44B5-717BDB5EA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12CDC-9227-C2C4-8E7F-F33C9D6F5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6E57F-EA1D-1F1B-035F-66CDE6FC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FFDC9-7EB8-B51F-687D-DF8E3E43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D4812-1C31-CF69-811E-A2F3EE18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722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FAFA-BDC2-D7E1-5548-9582BA21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3C33C-C617-1EFD-7CF6-7A9C848D0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3EEA0-3427-E863-E6E1-FF505862F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5A2DD-9C7F-71F3-74CA-C85FECC5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2263A-4A72-8FF9-23C2-8A319383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D0F2D-E328-D478-60D0-773CD327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691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05A4-3741-DF6C-DAA9-B0379C205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C47D-17E0-6A0F-9102-66C37B92C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2E816-3488-9D6C-5723-2D963FC9E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B915F-4558-ECF4-65A8-81C62A986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B730E-24DB-55E0-1305-66D75A98A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F91DD-1E1B-E412-1E36-3F9309EB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44730F-3C87-7472-FB47-44CBAD19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6E2DB0-C6F3-58E4-0733-A22F04B7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133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283D-3128-1E82-C5AC-185E69CF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A34A7-2FD9-2270-BC24-FC597085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5546-CB41-E193-3356-67D721EF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39834-85C6-3180-3CDE-0C3121E4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6694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836DB-1663-6DEB-BB42-1418907F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EF758-F28F-25E5-98A0-4975E9C6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CBB42-DA1E-6E36-5F49-F8064F10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57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1F81-7AFF-6C7A-977C-F3AB11F9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C48C-CAD0-A882-AD2B-D03ABE82E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5C7FF-DDAE-89F2-AE89-BC782D97E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2441A-D97A-5F72-218C-8F79B5FCD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5F1C0-F779-7652-A95E-D0790200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3F60A-A45B-13EC-BD55-8D372CC8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647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3550-AFD3-D7B4-4632-C346D8A7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AAD86-62B8-80FB-B285-6178BC247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5B272-5B47-DD53-1F09-ADDFA4293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B2EFE-CCAC-A1BA-249E-F7FB9AB8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1709E-C56F-8FEE-D27E-63B0CDE6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CDB87-12DE-BF4A-5D8A-D2BF8D85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505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D59F-C5A1-D842-3550-86AA4981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90EF9-E756-FCA6-5A21-2DED67C76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01F85-03A5-D8C7-FEC9-43814833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80D1C-538F-7CCA-7026-F682061F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6C22F-AACB-08C9-4001-E9E5D26A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189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59CC7-B53E-288D-CC54-4691B75AF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775F2-D1A2-B92D-CF97-809D140C3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B58FC-A44D-0DD8-AFA3-D6BD3791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B0FE1-F4DE-C6B3-0621-343A175A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8FC4A-A50D-06EE-F662-2E7CB6A70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798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7C87D-08C6-27D8-5D9B-DCFC1736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E2732-EC7B-368D-35BA-D988D04EA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02F1B-D336-3380-E060-CCB09AC4E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91330-3000-4BBA-AF50-CFEDEBAC188E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69698-6E79-18DC-5857-9685C3DA7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D070-C555-876B-5DC5-0B3D5A8FE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B3755-DC2D-4DC2-8484-67FCEACA21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999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0E53-BD54-3546-7139-CB9DFA13C7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5K Run Hanoi 2020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65309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1E36-4C8D-DB44-C107-9BCF4BB2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570B5-9D61-ECAB-D078-50654E60F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event held on Hanoi, Vietnam 2020</a:t>
            </a:r>
          </a:p>
          <a:p>
            <a:r>
              <a:rPr lang="en-US" dirty="0"/>
              <a:t>Distance 5K</a:t>
            </a:r>
          </a:p>
          <a:p>
            <a:r>
              <a:rPr lang="en-US" dirty="0"/>
              <a:t>Registered participant 3057 people</a:t>
            </a:r>
          </a:p>
          <a:p>
            <a:r>
              <a:rPr lang="en-US" dirty="0"/>
              <a:t>Event type: Road Running</a:t>
            </a:r>
          </a:p>
          <a:p>
            <a:r>
              <a:rPr lang="en-US" dirty="0"/>
              <a:t>Analysis Focus: Race outcome &amp; Participant performance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7462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097523-9529-B2E7-76A5-09D090965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268" y="909000"/>
            <a:ext cx="9713463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0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B0E1-7E56-BAF5-F685-77EC72DA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D8E8-125E-203A-31E6-F66D3F7F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Camboda</a:t>
            </a:r>
            <a:r>
              <a:rPr lang="en-US" dirty="0"/>
              <a:t> (KHM) has the fastest avg pace 5:18/Km</a:t>
            </a:r>
          </a:p>
          <a:p>
            <a:r>
              <a:rPr lang="en-US" dirty="0"/>
              <a:t>M-elite runner has the fastest avg pace 3:24/Km</a:t>
            </a:r>
          </a:p>
          <a:p>
            <a:r>
              <a:rPr lang="en-US" dirty="0"/>
              <a:t>Non elite runner has the avg pace under benchmark &gt; 6:26/Km</a:t>
            </a:r>
            <a:endParaRPr lang="en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65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7C04-1DA4-CDA3-17A7-9F0592705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Outcome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B50F5-489B-8604-0E3E-E41FE7008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Finisher participant is 36.15% from 3057 participant</a:t>
            </a:r>
          </a:p>
          <a:p>
            <a:r>
              <a:rPr lang="en-US" dirty="0"/>
              <a:t>63.85% of participant is DNF</a:t>
            </a:r>
          </a:p>
          <a:p>
            <a:r>
              <a:rPr lang="en-US" dirty="0"/>
              <a:t>Overall Avg pace of the race is 8:33/Km which equal to 42:45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89991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E990-10D2-662A-0DFD-64E81EEB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Analysis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3E8E-8435-D1C1-0B56-10CD30692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Avg pace of the event is higher than average pace of all event in Hanoi 7:47/Km</a:t>
            </a:r>
          </a:p>
          <a:p>
            <a:r>
              <a:rPr lang="en-US" dirty="0"/>
              <a:t>Race condition: High elevation and high humidity</a:t>
            </a:r>
          </a:p>
          <a:p>
            <a:r>
              <a:rPr lang="en-US" dirty="0"/>
              <a:t>B2C: less RPC -&gt; more DNF (DNS is neglected and equal to DNF)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5921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6445-F592-A745-C27A-81F9021E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F7EAC-8AD6-9DBD-38DA-E52F8DC03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Venue to be more low elevation because of road running not trail running</a:t>
            </a:r>
          </a:p>
          <a:p>
            <a:r>
              <a:rPr lang="en-US" dirty="0"/>
              <a:t>Fill the RPC more of useful thing</a:t>
            </a:r>
            <a:r>
              <a:rPr lang="en-ID" dirty="0"/>
              <a:t>s</a:t>
            </a:r>
          </a:p>
          <a:p>
            <a:r>
              <a:rPr lang="en-ID" dirty="0"/>
              <a:t>Evaluate more venue that a bit colder and proper for best condition </a:t>
            </a:r>
            <a:r>
              <a:rPr lang="en-ID"/>
              <a:t>of participant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6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5K Run Hanoi 2020</vt:lpstr>
      <vt:lpstr>Overview</vt:lpstr>
      <vt:lpstr>PowerPoint Presentation</vt:lpstr>
      <vt:lpstr>Performance Analysis</vt:lpstr>
      <vt:lpstr>Race Outcome</vt:lpstr>
      <vt:lpstr>Event Analysis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junre14.jre@gmail.com</dc:creator>
  <cp:lastModifiedBy>junre14.jre@gmail.com</cp:lastModifiedBy>
  <cp:revision>1</cp:revision>
  <dcterms:created xsi:type="dcterms:W3CDTF">2026-02-04T12:44:58Z</dcterms:created>
  <dcterms:modified xsi:type="dcterms:W3CDTF">2026-02-04T12:45:12Z</dcterms:modified>
</cp:coreProperties>
</file>